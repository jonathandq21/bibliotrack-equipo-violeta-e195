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18288000" cy="10287000"/>
  <p:notesSz cx="6858000" cy="9144000"/>
  <p:embeddedFontLst>
    <p:embeddedFont>
      <p:font typeface="Open Sans" charset="1" panose="020B0606030504020204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75059" y="1359815"/>
            <a:ext cx="9937882" cy="6967779"/>
          </a:xfrm>
          <a:custGeom>
            <a:avLst/>
            <a:gdLst/>
            <a:ahLst/>
            <a:cxnLst/>
            <a:rect r="r" b="b" t="t" l="l"/>
            <a:pathLst>
              <a:path h="6967779" w="9937882">
                <a:moveTo>
                  <a:pt x="0" y="0"/>
                </a:moveTo>
                <a:lnTo>
                  <a:pt x="9937882" y="0"/>
                </a:lnTo>
                <a:lnTo>
                  <a:pt x="9937882" y="6967779"/>
                </a:lnTo>
                <a:lnTo>
                  <a:pt x="0" y="69677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839" t="-12474" r="-222196" b="-20304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58439" y="7531645"/>
            <a:ext cx="8735721" cy="426070"/>
            <a:chOff x="0" y="0"/>
            <a:chExt cx="2300766" cy="11221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00766" cy="112216"/>
            </a:xfrm>
            <a:custGeom>
              <a:avLst/>
              <a:gdLst/>
              <a:ahLst/>
              <a:cxnLst/>
              <a:rect r="r" b="b" t="t" l="l"/>
              <a:pathLst>
                <a:path h="112216" w="2300766">
                  <a:moveTo>
                    <a:pt x="0" y="0"/>
                  </a:moveTo>
                  <a:lnTo>
                    <a:pt x="2300766" y="0"/>
                  </a:lnTo>
                  <a:lnTo>
                    <a:pt x="2300766" y="112216"/>
                  </a:lnTo>
                  <a:lnTo>
                    <a:pt x="0" y="112216"/>
                  </a:lnTo>
                  <a:close/>
                </a:path>
              </a:pathLst>
            </a:custGeom>
            <a:solidFill>
              <a:srgbClr val="FEFD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00766" cy="1503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4295021" y="7648759"/>
            <a:ext cx="9462557" cy="3089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97"/>
              </a:lnSpc>
            </a:pPr>
            <a:r>
              <a:rPr lang="en-US" sz="1855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✤ Correo ya registrado, ingrese otro correo    ✤ Contraseñas no coinciden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81831" y="1418669"/>
            <a:ext cx="9324337" cy="6290990"/>
          </a:xfrm>
          <a:custGeom>
            <a:avLst/>
            <a:gdLst/>
            <a:ahLst/>
            <a:cxnLst/>
            <a:rect r="r" b="b" t="t" l="l"/>
            <a:pathLst>
              <a:path h="6290990" w="9324337">
                <a:moveTo>
                  <a:pt x="0" y="0"/>
                </a:moveTo>
                <a:lnTo>
                  <a:pt x="9324338" y="0"/>
                </a:lnTo>
                <a:lnTo>
                  <a:pt x="9324338" y="6290990"/>
                </a:lnTo>
                <a:lnTo>
                  <a:pt x="0" y="62909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3219" t="-10529" r="-105967" b="-19479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647576" y="6189860"/>
            <a:ext cx="4992847" cy="1061652"/>
            <a:chOff x="0" y="0"/>
            <a:chExt cx="1314989" cy="27961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14989" cy="279612"/>
            </a:xfrm>
            <a:custGeom>
              <a:avLst/>
              <a:gdLst/>
              <a:ahLst/>
              <a:cxnLst/>
              <a:rect r="r" b="b" t="t" l="l"/>
              <a:pathLst>
                <a:path h="279612" w="1314989">
                  <a:moveTo>
                    <a:pt x="0" y="0"/>
                  </a:moveTo>
                  <a:lnTo>
                    <a:pt x="1314989" y="0"/>
                  </a:lnTo>
                  <a:lnTo>
                    <a:pt x="1314989" y="279612"/>
                  </a:lnTo>
                  <a:lnTo>
                    <a:pt x="0" y="279612"/>
                  </a:lnTo>
                  <a:close/>
                </a:path>
              </a:pathLst>
            </a:custGeom>
            <a:solidFill>
              <a:srgbClr val="FEFDFE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14989" cy="31771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7012373" y="6358264"/>
            <a:ext cx="4263254" cy="6772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0"/>
              </a:lnSpc>
            </a:pPr>
            <a:r>
              <a:rPr lang="en-US" sz="1942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¿Olvidaste tu contraseña?</a:t>
            </a:r>
          </a:p>
          <a:p>
            <a:pPr algn="ctr">
              <a:lnSpc>
                <a:spcPts val="2720"/>
              </a:lnSpc>
            </a:pPr>
            <a:r>
              <a:rPr lang="en-US" sz="1942" u="sng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Registrate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95997" y="1193481"/>
            <a:ext cx="9896005" cy="6801419"/>
          </a:xfrm>
          <a:custGeom>
            <a:avLst/>
            <a:gdLst/>
            <a:ahLst/>
            <a:cxnLst/>
            <a:rect r="r" b="b" t="t" l="l"/>
            <a:pathLst>
              <a:path h="6801419" w="9896005">
                <a:moveTo>
                  <a:pt x="0" y="0"/>
                </a:moveTo>
                <a:lnTo>
                  <a:pt x="9896006" y="0"/>
                </a:lnTo>
                <a:lnTo>
                  <a:pt x="9896006" y="6801419"/>
                </a:lnTo>
                <a:lnTo>
                  <a:pt x="0" y="680141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7456" t="-11349" r="-10821" b="-197184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80535" y="1567367"/>
            <a:ext cx="10926931" cy="7152265"/>
          </a:xfrm>
          <a:custGeom>
            <a:avLst/>
            <a:gdLst/>
            <a:ahLst/>
            <a:cxnLst/>
            <a:rect r="r" b="b" t="t" l="l"/>
            <a:pathLst>
              <a:path h="7152265" w="10926931">
                <a:moveTo>
                  <a:pt x="0" y="0"/>
                </a:moveTo>
                <a:lnTo>
                  <a:pt x="10926930" y="0"/>
                </a:lnTo>
                <a:lnTo>
                  <a:pt x="10926930" y="7152266"/>
                </a:lnTo>
                <a:lnTo>
                  <a:pt x="0" y="71522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88" t="-115467" r="-210421" b="-109242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53135" y="2282072"/>
            <a:ext cx="9381730" cy="5722855"/>
          </a:xfrm>
          <a:custGeom>
            <a:avLst/>
            <a:gdLst/>
            <a:ahLst/>
            <a:cxnLst/>
            <a:rect r="r" b="b" t="t" l="l"/>
            <a:pathLst>
              <a:path h="5722855" w="9381730">
                <a:moveTo>
                  <a:pt x="0" y="0"/>
                </a:moveTo>
                <a:lnTo>
                  <a:pt x="9381730" y="0"/>
                </a:lnTo>
                <a:lnTo>
                  <a:pt x="9381730" y="5722856"/>
                </a:lnTo>
                <a:lnTo>
                  <a:pt x="0" y="57228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566055" y="2292579"/>
            <a:ext cx="9005746" cy="5501650"/>
          </a:xfrm>
          <a:custGeom>
            <a:avLst/>
            <a:gdLst/>
            <a:ahLst/>
            <a:cxnLst/>
            <a:rect r="r" b="b" t="t" l="l"/>
            <a:pathLst>
              <a:path h="5501650" w="9005746">
                <a:moveTo>
                  <a:pt x="0" y="0"/>
                </a:moveTo>
                <a:lnTo>
                  <a:pt x="9005746" y="0"/>
                </a:lnTo>
                <a:lnTo>
                  <a:pt x="9005746" y="5501650"/>
                </a:lnTo>
                <a:lnTo>
                  <a:pt x="0" y="55016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37" t="-90" r="-3890" b="-3729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97102" y="1868786"/>
            <a:ext cx="10293795" cy="6549427"/>
          </a:xfrm>
          <a:custGeom>
            <a:avLst/>
            <a:gdLst/>
            <a:ahLst/>
            <a:cxnLst/>
            <a:rect r="r" b="b" t="t" l="l"/>
            <a:pathLst>
              <a:path h="6549427" w="10293795">
                <a:moveTo>
                  <a:pt x="0" y="0"/>
                </a:moveTo>
                <a:lnTo>
                  <a:pt x="10293796" y="0"/>
                </a:lnTo>
                <a:lnTo>
                  <a:pt x="10293796" y="6549428"/>
                </a:lnTo>
                <a:lnTo>
                  <a:pt x="0" y="65494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2332312"/>
            <a:ext cx="11908620" cy="5924539"/>
          </a:xfrm>
          <a:custGeom>
            <a:avLst/>
            <a:gdLst/>
            <a:ahLst/>
            <a:cxnLst/>
            <a:rect r="r" b="b" t="t" l="l"/>
            <a:pathLst>
              <a:path h="5924539" w="11908620">
                <a:moveTo>
                  <a:pt x="0" y="0"/>
                </a:moveTo>
                <a:lnTo>
                  <a:pt x="11908620" y="0"/>
                </a:lnTo>
                <a:lnTo>
                  <a:pt x="11908620" y="5924538"/>
                </a:lnTo>
                <a:lnTo>
                  <a:pt x="0" y="5924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6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99228" y="1965942"/>
            <a:ext cx="10167713" cy="6355115"/>
          </a:xfrm>
          <a:custGeom>
            <a:avLst/>
            <a:gdLst/>
            <a:ahLst/>
            <a:cxnLst/>
            <a:rect r="r" b="b" t="t" l="l"/>
            <a:pathLst>
              <a:path h="6355115" w="10167713">
                <a:moveTo>
                  <a:pt x="0" y="0"/>
                </a:moveTo>
                <a:lnTo>
                  <a:pt x="10167713" y="0"/>
                </a:lnTo>
                <a:lnTo>
                  <a:pt x="10167713" y="6355116"/>
                </a:lnTo>
                <a:lnTo>
                  <a:pt x="0" y="63551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4388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DAHGqEfEgGg</dc:identifier>
  <dcterms:modified xsi:type="dcterms:W3CDTF">2011-08-01T06:04:30Z</dcterms:modified>
  <cp:revision>1</cp:revision>
  <dc:title>Wireframes BIBLIOTRACK</dc:title>
</cp:coreProperties>
</file>